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475819-4FF0-4E8D-9E0F-9530F3D2F77D}" v="23" dt="2026-10-12T13:30:11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29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am raj" userId="331d76c8703e2eb0" providerId="LiveId" clId="{94C59035-94DB-4366-97B2-D686BB8C6267}"/>
    <pc:docChg chg="undo custSel addSld modSld sldOrd">
      <pc:chgData name="shyam raj" userId="331d76c8703e2eb0" providerId="LiveId" clId="{94C59035-94DB-4366-97B2-D686BB8C6267}" dt="2026-10-12T13:31:31.984" v="310" actId="1076"/>
      <pc:docMkLst>
        <pc:docMk/>
      </pc:docMkLst>
      <pc:sldChg chg="modSp mod">
        <pc:chgData name="shyam raj" userId="331d76c8703e2eb0" providerId="LiveId" clId="{94C59035-94DB-4366-97B2-D686BB8C6267}" dt="2026-10-12T13:08:03.319" v="13" actId="403"/>
        <pc:sldMkLst>
          <pc:docMk/>
          <pc:sldMk cId="2595040364" sldId="256"/>
        </pc:sldMkLst>
        <pc:spChg chg="mod">
          <ac:chgData name="shyam raj" userId="331d76c8703e2eb0" providerId="LiveId" clId="{94C59035-94DB-4366-97B2-D686BB8C6267}" dt="2026-10-12T13:08:03.319" v="13" actId="403"/>
          <ac:spMkLst>
            <pc:docMk/>
            <pc:sldMk cId="2595040364" sldId="256"/>
            <ac:spMk id="5" creationId="{6B114A40-940E-9239-5D7A-E2801148B73A}"/>
          </ac:spMkLst>
        </pc:spChg>
      </pc:sldChg>
      <pc:sldChg chg="addSp delSp modSp mod">
        <pc:chgData name="shyam raj" userId="331d76c8703e2eb0" providerId="LiveId" clId="{94C59035-94DB-4366-97B2-D686BB8C6267}" dt="2026-10-12T13:08:59.438" v="67" actId="1076"/>
        <pc:sldMkLst>
          <pc:docMk/>
          <pc:sldMk cId="904409167" sldId="257"/>
        </pc:sldMkLst>
        <pc:spChg chg="add mod">
          <ac:chgData name="shyam raj" userId="331d76c8703e2eb0" providerId="LiveId" clId="{94C59035-94DB-4366-97B2-D686BB8C6267}" dt="2026-10-12T13:08:14.472" v="18" actId="14100"/>
          <ac:spMkLst>
            <pc:docMk/>
            <pc:sldMk cId="904409167" sldId="257"/>
            <ac:spMk id="2" creationId="{6B1FC5BA-2ACF-DAB6-0125-B5B758E97BF0}"/>
          </ac:spMkLst>
        </pc:spChg>
        <pc:spChg chg="add mod">
          <ac:chgData name="shyam raj" userId="331d76c8703e2eb0" providerId="LiveId" clId="{94C59035-94DB-4366-97B2-D686BB8C6267}" dt="2026-10-12T13:08:59.438" v="67" actId="1076"/>
          <ac:spMkLst>
            <pc:docMk/>
            <pc:sldMk cId="904409167" sldId="257"/>
            <ac:spMk id="3" creationId="{8838E50D-9779-B1F6-8CA4-2CB526FF73F4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6" creationId="{6E34EB3B-AEA6-B693-E504-4CB841064A9C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21" creationId="{5831DFB6-5B99-C289-D577-BBD291EA1959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23" creationId="{79AAA02A-5AAB-AEBE-B7F8-89028ACFEBEC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25" creationId="{B068A989-2BE9-CBED-C88C-39F8A9582067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27" creationId="{50F62D3C-5B03-E981-6184-D666591728BB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29" creationId="{CF7C0425-7B6A-CDB6-66A0-7A7C71586BEB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31" creationId="{32EAA130-3454-B153-C4EE-73F151EC5BA1}"/>
          </ac:spMkLst>
        </pc:spChg>
        <pc:spChg chg="del">
          <ac:chgData name="shyam raj" userId="331d76c8703e2eb0" providerId="LiveId" clId="{94C59035-94DB-4366-97B2-D686BB8C6267}" dt="2026-10-12T13:06:54.978" v="3" actId="478"/>
          <ac:spMkLst>
            <pc:docMk/>
            <pc:sldMk cId="904409167" sldId="257"/>
            <ac:spMk id="34" creationId="{4E249B87-23B9-79B4-8D5E-C9DA08D1DDD9}"/>
          </ac:spMkLst>
        </pc:spChg>
      </pc:sldChg>
      <pc:sldChg chg="addSp delSp modSp mod">
        <pc:chgData name="shyam raj" userId="331d76c8703e2eb0" providerId="LiveId" clId="{94C59035-94DB-4366-97B2-D686BB8C6267}" dt="2026-10-12T13:10:06.911" v="92" actId="403"/>
        <pc:sldMkLst>
          <pc:docMk/>
          <pc:sldMk cId="2447480016" sldId="258"/>
        </pc:sldMkLst>
        <pc:spChg chg="add mod">
          <ac:chgData name="shyam raj" userId="331d76c8703e2eb0" providerId="LiveId" clId="{94C59035-94DB-4366-97B2-D686BB8C6267}" dt="2026-10-12T13:10:06.911" v="92" actId="403"/>
          <ac:spMkLst>
            <pc:docMk/>
            <pc:sldMk cId="2447480016" sldId="258"/>
            <ac:spMk id="2" creationId="{1DDFFB8C-EA0A-5208-25BD-91C1275CFC81}"/>
          </ac:spMkLst>
        </pc:spChg>
        <pc:spChg chg="add mod">
          <ac:chgData name="shyam raj" userId="331d76c8703e2eb0" providerId="LiveId" clId="{94C59035-94DB-4366-97B2-D686BB8C6267}" dt="2026-10-12T13:10:01.127" v="90" actId="1076"/>
          <ac:spMkLst>
            <pc:docMk/>
            <pc:sldMk cId="2447480016" sldId="258"/>
            <ac:spMk id="3" creationId="{728F4FE7-6AF8-75A1-6817-D8B5CFA52A1B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9" creationId="{FA5AA163-F0DA-9DA8-BADF-99DDC7311BB6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21" creationId="{F2B8E9A6-3207-FF02-A9DF-60057452967D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23" creationId="{CF46446D-A4D9-79B0-EE17-D5E10C4F7207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25" creationId="{2E8C18C4-FB60-E8C4-E53E-A43D3EFCE3D7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29" creationId="{3DCDA410-6DE5-C0A1-CA04-7A4529C4CB69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31" creationId="{BB5E1B25-802C-698C-3286-F6AF987D359F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37" creationId="{B66201ED-04DC-9145-F15D-657F2BDECEA1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47" creationId="{D8C8AF15-0D9C-77E3-4547-FC45B63C58BF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49" creationId="{50918ABD-A1C5-631B-BC44-F47ED5F1AEBC}"/>
          </ac:spMkLst>
        </pc:spChg>
        <pc:spChg chg="del">
          <ac:chgData name="shyam raj" userId="331d76c8703e2eb0" providerId="LiveId" clId="{94C59035-94DB-4366-97B2-D686BB8C6267}" dt="2026-10-12T13:09:04.206" v="68" actId="478"/>
          <ac:spMkLst>
            <pc:docMk/>
            <pc:sldMk cId="2447480016" sldId="258"/>
            <ac:spMk id="51" creationId="{889196F4-260F-DC5A-D764-FF178AC079C5}"/>
          </ac:spMkLst>
        </pc:spChg>
      </pc:sldChg>
      <pc:sldChg chg="addSp delSp modSp mod">
        <pc:chgData name="shyam raj" userId="331d76c8703e2eb0" providerId="LiveId" clId="{94C59035-94DB-4366-97B2-D686BB8C6267}" dt="2026-10-12T13:11:46.562" v="125" actId="14100"/>
        <pc:sldMkLst>
          <pc:docMk/>
          <pc:sldMk cId="4145574340" sldId="260"/>
        </pc:sldMkLst>
        <pc:spChg chg="add mod">
          <ac:chgData name="shyam raj" userId="331d76c8703e2eb0" providerId="LiveId" clId="{94C59035-94DB-4366-97B2-D686BB8C6267}" dt="2026-10-12T13:11:27.898" v="114" actId="1076"/>
          <ac:spMkLst>
            <pc:docMk/>
            <pc:sldMk cId="4145574340" sldId="260"/>
            <ac:spMk id="2" creationId="{50E27DC2-4544-A842-E669-99150C9E35D4}"/>
          </ac:spMkLst>
        </pc:spChg>
        <pc:spChg chg="add mod">
          <ac:chgData name="shyam raj" userId="331d76c8703e2eb0" providerId="LiveId" clId="{94C59035-94DB-4366-97B2-D686BB8C6267}" dt="2026-10-12T13:11:46.562" v="125" actId="14100"/>
          <ac:spMkLst>
            <pc:docMk/>
            <pc:sldMk cId="4145574340" sldId="260"/>
            <ac:spMk id="3" creationId="{DBB01572-9048-961E-7AE6-327D51FAB600}"/>
          </ac:spMkLst>
        </pc:spChg>
        <pc:spChg chg="del">
          <ac:chgData name="shyam raj" userId="331d76c8703e2eb0" providerId="LiveId" clId="{94C59035-94DB-4366-97B2-D686BB8C6267}" dt="2026-10-12T13:10:15.460" v="93" actId="478"/>
          <ac:spMkLst>
            <pc:docMk/>
            <pc:sldMk cId="4145574340" sldId="260"/>
            <ac:spMk id="8" creationId="{E9C6E690-52E4-ACF6-1E6D-0C1DC6B3C01D}"/>
          </ac:spMkLst>
        </pc:spChg>
        <pc:graphicFrameChg chg="del">
          <ac:chgData name="shyam raj" userId="331d76c8703e2eb0" providerId="LiveId" clId="{94C59035-94DB-4366-97B2-D686BB8C6267}" dt="2026-10-12T13:10:15.460" v="93" actId="478"/>
          <ac:graphicFrameMkLst>
            <pc:docMk/>
            <pc:sldMk cId="4145574340" sldId="260"/>
            <ac:graphicFrameMk id="7" creationId="{55CB6B50-48C8-DF99-D32D-C81D5F16036F}"/>
          </ac:graphicFrameMkLst>
        </pc:graphicFrameChg>
      </pc:sldChg>
      <pc:sldChg chg="addSp delSp modSp new mod">
        <pc:chgData name="shyam raj" userId="331d76c8703e2eb0" providerId="LiveId" clId="{94C59035-94DB-4366-97B2-D686BB8C6267}" dt="2026-10-12T13:31:31.984" v="310" actId="1076"/>
        <pc:sldMkLst>
          <pc:docMk/>
          <pc:sldMk cId="481886242" sldId="261"/>
        </pc:sldMkLst>
        <pc:spChg chg="del">
          <ac:chgData name="shyam raj" userId="331d76c8703e2eb0" providerId="LiveId" clId="{94C59035-94DB-4366-97B2-D686BB8C6267}" dt="2026-10-12T13:12:18.546" v="127" actId="478"/>
          <ac:spMkLst>
            <pc:docMk/>
            <pc:sldMk cId="481886242" sldId="261"/>
            <ac:spMk id="2" creationId="{45B0288C-AFD4-ACF3-A7C5-445B7530C9CA}"/>
          </ac:spMkLst>
        </pc:spChg>
        <pc:spChg chg="del">
          <ac:chgData name="shyam raj" userId="331d76c8703e2eb0" providerId="LiveId" clId="{94C59035-94DB-4366-97B2-D686BB8C6267}" dt="2026-10-12T13:12:19.613" v="128" actId="478"/>
          <ac:spMkLst>
            <pc:docMk/>
            <pc:sldMk cId="481886242" sldId="261"/>
            <ac:spMk id="3" creationId="{7A3F3525-1E7C-1756-D71F-CBFD36AADA10}"/>
          </ac:spMkLst>
        </pc:spChg>
        <pc:spChg chg="add del mod">
          <ac:chgData name="shyam raj" userId="331d76c8703e2eb0" providerId="LiveId" clId="{94C59035-94DB-4366-97B2-D686BB8C6267}" dt="2026-10-12T13:12:32.168" v="135"/>
          <ac:spMkLst>
            <pc:docMk/>
            <pc:sldMk cId="481886242" sldId="261"/>
            <ac:spMk id="6" creationId="{F6FBE8E6-2FB7-BCE1-45CB-46346496F084}"/>
          </ac:spMkLst>
        </pc:spChg>
        <pc:spChg chg="add mod">
          <ac:chgData name="shyam raj" userId="331d76c8703e2eb0" providerId="LiveId" clId="{94C59035-94DB-4366-97B2-D686BB8C6267}" dt="2026-10-12T13:31:31.984" v="310" actId="1076"/>
          <ac:spMkLst>
            <pc:docMk/>
            <pc:sldMk cId="481886242" sldId="261"/>
            <ac:spMk id="7" creationId="{6185E904-3756-EAFC-8980-7810034D3BCE}"/>
          </ac:spMkLst>
        </pc:spChg>
        <pc:graphicFrameChg chg="add mod modGraphic">
          <ac:chgData name="shyam raj" userId="331d76c8703e2eb0" providerId="LiveId" clId="{94C59035-94DB-4366-97B2-D686BB8C6267}" dt="2026-10-12T13:31:15.595" v="309" actId="1076"/>
          <ac:graphicFrameMkLst>
            <pc:docMk/>
            <pc:sldMk cId="481886242" sldId="261"/>
            <ac:graphicFrameMk id="4" creationId="{6A57C5B4-923B-5544-B241-6E39FD36544D}"/>
          </ac:graphicFrameMkLst>
        </pc:graphicFrameChg>
      </pc:sldChg>
      <pc:sldChg chg="addSp delSp modSp new mod">
        <pc:chgData name="shyam raj" userId="331d76c8703e2eb0" providerId="LiveId" clId="{94C59035-94DB-4366-97B2-D686BB8C6267}" dt="2026-10-12T13:18:22.171" v="182" actId="2711"/>
        <pc:sldMkLst>
          <pc:docMk/>
          <pc:sldMk cId="199070844" sldId="262"/>
        </pc:sldMkLst>
        <pc:spChg chg="del">
          <ac:chgData name="shyam raj" userId="331d76c8703e2eb0" providerId="LiveId" clId="{94C59035-94DB-4366-97B2-D686BB8C6267}" dt="2026-10-12T13:17:43.528" v="163" actId="478"/>
          <ac:spMkLst>
            <pc:docMk/>
            <pc:sldMk cId="199070844" sldId="262"/>
            <ac:spMk id="2" creationId="{730EF661-B93E-6254-C8D2-F4DA18D7359E}"/>
          </ac:spMkLst>
        </pc:spChg>
        <pc:spChg chg="mod">
          <ac:chgData name="shyam raj" userId="331d76c8703e2eb0" providerId="LiveId" clId="{94C59035-94DB-4366-97B2-D686BB8C6267}" dt="2026-10-12T13:18:22.171" v="182" actId="2711"/>
          <ac:spMkLst>
            <pc:docMk/>
            <pc:sldMk cId="199070844" sldId="262"/>
            <ac:spMk id="3" creationId="{3B07A55A-A906-E1DE-5CB4-10774EBF3296}"/>
          </ac:spMkLst>
        </pc:spChg>
        <pc:spChg chg="add mod">
          <ac:chgData name="shyam raj" userId="331d76c8703e2eb0" providerId="LiveId" clId="{94C59035-94DB-4366-97B2-D686BB8C6267}" dt="2026-10-12T13:18:17.895" v="181" actId="1076"/>
          <ac:spMkLst>
            <pc:docMk/>
            <pc:sldMk cId="199070844" sldId="262"/>
            <ac:spMk id="4" creationId="{EF811FC7-00A9-67CB-D6F4-47460E63F835}"/>
          </ac:spMkLst>
        </pc:spChg>
      </pc:sldChg>
      <pc:sldChg chg="delSp modSp new mod">
        <pc:chgData name="shyam raj" userId="331d76c8703e2eb0" providerId="LiveId" clId="{94C59035-94DB-4366-97B2-D686BB8C6267}" dt="2026-10-12T13:25:28.572" v="217" actId="1076"/>
        <pc:sldMkLst>
          <pc:docMk/>
          <pc:sldMk cId="3928010608" sldId="263"/>
        </pc:sldMkLst>
        <pc:spChg chg="del">
          <ac:chgData name="shyam raj" userId="331d76c8703e2eb0" providerId="LiveId" clId="{94C59035-94DB-4366-97B2-D686BB8C6267}" dt="2026-10-12T13:23:41.414" v="184" actId="478"/>
          <ac:spMkLst>
            <pc:docMk/>
            <pc:sldMk cId="3928010608" sldId="263"/>
            <ac:spMk id="2" creationId="{AF0D0D48-D746-D88C-C44B-2DE31ADB5524}"/>
          </ac:spMkLst>
        </pc:spChg>
        <pc:spChg chg="mod">
          <ac:chgData name="shyam raj" userId="331d76c8703e2eb0" providerId="LiveId" clId="{94C59035-94DB-4366-97B2-D686BB8C6267}" dt="2026-10-12T13:25:28.572" v="217" actId="1076"/>
          <ac:spMkLst>
            <pc:docMk/>
            <pc:sldMk cId="3928010608" sldId="263"/>
            <ac:spMk id="3" creationId="{D3E6A3A3-1DAE-A2EB-45B1-79EC51D6B710}"/>
          </ac:spMkLst>
        </pc:spChg>
      </pc:sldChg>
      <pc:sldChg chg="addSp delSp modSp new mod ord">
        <pc:chgData name="shyam raj" userId="331d76c8703e2eb0" providerId="LiveId" clId="{94C59035-94DB-4366-97B2-D686BB8C6267}" dt="2026-10-12T13:28:30.660" v="303" actId="2711"/>
        <pc:sldMkLst>
          <pc:docMk/>
          <pc:sldMk cId="890077138" sldId="264"/>
        </pc:sldMkLst>
        <pc:spChg chg="del">
          <ac:chgData name="shyam raj" userId="331d76c8703e2eb0" providerId="LiveId" clId="{94C59035-94DB-4366-97B2-D686BB8C6267}" dt="2026-10-12T13:26:07.756" v="222" actId="478"/>
          <ac:spMkLst>
            <pc:docMk/>
            <pc:sldMk cId="890077138" sldId="264"/>
            <ac:spMk id="2" creationId="{28C6CE3E-305E-8A12-C34D-BF9C8C37F35B}"/>
          </ac:spMkLst>
        </pc:spChg>
        <pc:spChg chg="del">
          <ac:chgData name="shyam raj" userId="331d76c8703e2eb0" providerId="LiveId" clId="{94C59035-94DB-4366-97B2-D686BB8C6267}" dt="2026-10-12T13:26:04.873" v="221" actId="478"/>
          <ac:spMkLst>
            <pc:docMk/>
            <pc:sldMk cId="890077138" sldId="264"/>
            <ac:spMk id="3" creationId="{BA3A46D8-B0FF-CAF2-C333-27EB28C608D0}"/>
          </ac:spMkLst>
        </pc:spChg>
        <pc:spChg chg="add mod">
          <ac:chgData name="shyam raj" userId="331d76c8703e2eb0" providerId="LiveId" clId="{94C59035-94DB-4366-97B2-D686BB8C6267}" dt="2026-10-12T13:27:02.928" v="230" actId="14100"/>
          <ac:spMkLst>
            <pc:docMk/>
            <pc:sldMk cId="890077138" sldId="264"/>
            <ac:spMk id="4" creationId="{37DFAD43-37B6-6EF6-D677-728A85385349}"/>
          </ac:spMkLst>
        </pc:spChg>
        <pc:spChg chg="add mod">
          <ac:chgData name="shyam raj" userId="331d76c8703e2eb0" providerId="LiveId" clId="{94C59035-94DB-4366-97B2-D686BB8C6267}" dt="2026-10-12T13:28:30.660" v="303" actId="2711"/>
          <ac:spMkLst>
            <pc:docMk/>
            <pc:sldMk cId="890077138" sldId="264"/>
            <ac:spMk id="5" creationId="{64A7172F-8865-EA67-66E0-3FEC407CB3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E788-838A-A547-0174-FA0ABC05A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3B37A-A68D-039D-B5DD-EFCC61A77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6298-CC28-8F72-BCF8-D4A7C609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AA7BE-D296-7776-F6F6-CC654A5B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41952-8561-B50F-EE3A-18EF91CA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5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BDC6-D644-7EAD-C908-AA6D0FA7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D5357-0194-814C-A153-F873219A4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F5D6-F5A6-5F0B-2A8A-8A4550EB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FB368-739C-D372-3739-757DE92C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1EFB6-B79F-E3CD-C999-FE01E4D4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0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D825-ADE1-AC42-CD77-062A1E3B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5F19A-34C1-6E2F-8D27-30A2B1F42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21619-5D8C-1755-64DA-0B8BA81D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75F0F-F777-58AA-857C-C810BADC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A63C5-D4DF-78B5-7050-43823613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3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083B-6819-6FD8-707C-5C4484A0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B75F-72C6-8898-D3E7-934FE0656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8841F-150D-88FE-127F-F960731A9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2D1BC-7371-2998-A7AC-8D261B8F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A3C14-329E-04B7-42DD-BE74D76D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26C78-5BF7-9BE0-7629-DF00DC94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3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F9995-8B0B-80E8-9630-48425D52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8C3D2-DC4F-B26D-9178-D83862BD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DAD71-4DD1-D7FB-793C-040FEBD16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A29F9-4392-4386-0D7D-EA0AA3BA7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AA50C-2A71-E591-70B5-1C8E2A47F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A7B76-821F-6B10-AFDF-2141F586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B15BF-59CC-E96D-E7F9-69FE2818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5BE11-E46A-0344-C780-52E82D16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1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2566-96D9-E7F8-ACAF-470B5794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08F55-A13E-CAFF-4010-2DF64D9D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432A8-7B2D-57B0-7D27-8FC16C70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88106-C2B4-4408-E032-61C6374A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8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C3CB1-AE0D-CF0B-06A1-6CC79904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B66CF-EC24-8C17-CCFD-084BCE5E3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1B7CA-1875-ABEB-4E83-F372FDC4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1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C275-CBE1-E0E0-1836-14FDD8D6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BCAD9-981B-A676-556D-880FD2DF1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A558A-E251-1DAA-07DA-C0980DDB7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CF32-26A4-3C73-576E-37745DB9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59ED3-CE9E-83F7-8149-EB1B2DB8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05CB1-6F79-0C49-D1F7-B601ADE8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6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04BA-D8BD-0BC0-2F2E-BB71128D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BD5C9-E85A-18F3-D9C1-43B993CC96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3CB1A-E629-6E45-0DC6-6955C58E0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D1FA4-F6B6-FE05-879F-592D1140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B2320-CD4B-481A-1883-20F452D5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D95DE-45DE-834E-EF16-410E96F8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9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E33E-D3D9-3D11-E020-D03CA799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687C4-1FD8-3DFA-4E5E-4B3CE413A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D7560-EF62-A6D8-807B-B2F1C9B8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519D6-8A70-97BD-5C75-3459E808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746D3-ACBF-4D9F-B983-44E8BE51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00D99-30C6-C455-E3E0-391E3B3B2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8122D-45EE-252F-C4DF-872C26257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91D07-1A53-A562-8F95-7B057D87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C53FB-2A14-F142-9475-B3077114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1A99E-59EE-6C5B-DBD6-9D5FC505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1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5B77C-1D0E-1562-091D-03E4A29D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B8273-35BB-6D2A-BFA5-DDA912FD3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6047C-A565-D592-C15E-059C48920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2431D-A3C8-49E4-82CE-0AB502B30D7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347E1-5F94-FD26-4A0E-EBB50405C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B900E-D7E4-15EE-E39E-1B7C81D6B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0BD94-F6C6-46A5-A30A-D12B1B150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4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DFAD43-37B6-6EF6-D677-728A85385349}"/>
              </a:ext>
            </a:extLst>
          </p:cNvPr>
          <p:cNvSpPr txBox="1">
            <a:spLocks/>
          </p:cNvSpPr>
          <p:nvPr/>
        </p:nvSpPr>
        <p:spPr>
          <a:xfrm>
            <a:off x="362607" y="1411704"/>
            <a:ext cx="11829393" cy="17132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kern="100" spc="-104" dirty="0">
                <a:solidFill>
                  <a:srgbClr val="1E2A44"/>
                </a:solidFill>
                <a:latin typeface="Times New Roman" panose="02020603050405020304" pitchFamily="18" charset="0"/>
                <a:ea typeface="Urbanist ExtraBold" pitchFamily="34" charset="-122"/>
                <a:cs typeface="Times New Roman" panose="02020603050405020304" pitchFamily="18" charset="0"/>
              </a:rPr>
              <a:t>Steganography vs Cryptography: Hidden Security in the Digital World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4A7172F-8865-EA67-66E0-3FEC407CB3D7}"/>
              </a:ext>
            </a:extLst>
          </p:cNvPr>
          <p:cNvSpPr txBox="1">
            <a:spLocks/>
          </p:cNvSpPr>
          <p:nvPr/>
        </p:nvSpPr>
        <p:spPr>
          <a:xfrm>
            <a:off x="362607" y="3509963"/>
            <a:ext cx="11493062" cy="2225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CSA5111 – Cryptography and Network Security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marL="0" indent="0" algn="ctr"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B.Shyam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raj(192421176)</a:t>
            </a: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Sivasankar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chandrasekaran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07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114A40-940E-9239-5D7A-E2801148B73A}"/>
              </a:ext>
            </a:extLst>
          </p:cNvPr>
          <p:cNvSpPr txBox="1"/>
          <p:nvPr/>
        </p:nvSpPr>
        <p:spPr>
          <a:xfrm>
            <a:off x="770021" y="2274838"/>
            <a:ext cx="102990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communication is everywhere (email, chat, cloud, social media), so protecting data is critical.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scrambles a message so it cannot be understood without a key.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hides the very existence of a message inside an ordinary carrier such as an image, audio file, or video.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belong to information security, but they protect data in different ways.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2DC59-FED6-CB3A-EA43-827F6768F647}"/>
              </a:ext>
            </a:extLst>
          </p:cNvPr>
          <p:cNvSpPr txBox="1"/>
          <p:nvPr/>
        </p:nvSpPr>
        <p:spPr>
          <a:xfrm>
            <a:off x="770021" y="946484"/>
            <a:ext cx="2689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040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FC5BA-2ACF-DAB6-0125-B5B758E97BF0}"/>
              </a:ext>
            </a:extLst>
          </p:cNvPr>
          <p:cNvSpPr txBox="1"/>
          <p:nvPr/>
        </p:nvSpPr>
        <p:spPr>
          <a:xfrm>
            <a:off x="929193" y="2136338"/>
            <a:ext cx="106371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cyberattacks, data breaches, and surveillance threaten private communication.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data such as banking details, medical records, and military or business secrets needs confidentiality.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can attract attention, because attackers know something valuable is being hidden.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situations need covert communication, and others need copyright protection or proof of ownership.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techniques address both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said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anyone knows it was said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38E50D-9779-B1F6-8CA4-2CB526FF73F4}"/>
              </a:ext>
            </a:extLst>
          </p:cNvPr>
          <p:cNvSpPr txBox="1"/>
          <p:nvPr/>
        </p:nvSpPr>
        <p:spPr>
          <a:xfrm>
            <a:off x="929193" y="898357"/>
            <a:ext cx="5582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These Systems</a:t>
            </a:r>
          </a:p>
        </p:txBody>
      </p:sp>
    </p:spTree>
    <p:extLst>
      <p:ext uri="{BB962C8B-B14F-4D97-AF65-F5344CB8AC3E}">
        <p14:creationId xmlns:p14="http://schemas.microsoft.com/office/powerpoint/2010/main" val="90440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DFFB8C-EA0A-5208-25BD-91C1275CFC81}"/>
              </a:ext>
            </a:extLst>
          </p:cNvPr>
          <p:cNvSpPr txBox="1"/>
          <p:nvPr/>
        </p:nvSpPr>
        <p:spPr>
          <a:xfrm>
            <a:off x="721894" y="1973179"/>
            <a:ext cx="1035495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plaintext into unreadable ciphertext using an algorithm and a key.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Symmetric: one shared key (AES, DES)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Asymmetric: public and private key pair (RSA, ECC)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Hashing: one-way fingerprints for integrity (SHA-256)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mathematical security, plus authentication and integrity.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ciphertext is visible, so it reveals that a secret exists.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HTTPS, online banking, digital signatures, messaging apps.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F4FE7-6AF8-75A1-6817-D8B5CFA52A1B}"/>
              </a:ext>
            </a:extLst>
          </p:cNvPr>
          <p:cNvSpPr txBox="1"/>
          <p:nvPr/>
        </p:nvSpPr>
        <p:spPr>
          <a:xfrm>
            <a:off x="721894" y="721894"/>
            <a:ext cx="34971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</p:txBody>
      </p:sp>
    </p:spTree>
    <p:extLst>
      <p:ext uri="{BB962C8B-B14F-4D97-AF65-F5344CB8AC3E}">
        <p14:creationId xmlns:p14="http://schemas.microsoft.com/office/powerpoint/2010/main" val="244748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E27DC2-4544-A842-E669-99150C9E35D4}"/>
              </a:ext>
            </a:extLst>
          </p:cNvPr>
          <p:cNvSpPr txBox="1"/>
          <p:nvPr/>
        </p:nvSpPr>
        <p:spPr>
          <a:xfrm>
            <a:off x="794084" y="2069431"/>
            <a:ext cx="106038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 secret data inside a cover medium so that no one suspects it is there.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images, audio, video, text, and network packets.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LSB (Least Significant Bit) substitution changes pixel values so slightly that the human eye cannot notice.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Hides the existence of communication and avoids drawing attention.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discovered, the message may be easily extracted unless it is also encrypted. Capacity is limited and the carrier can be damaged by compression.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watermarking, copyright protection, covert communication.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01572-9048-961E-7AE6-327D51FAB600}"/>
              </a:ext>
            </a:extLst>
          </p:cNvPr>
          <p:cNvSpPr txBox="1"/>
          <p:nvPr/>
        </p:nvSpPr>
        <p:spPr>
          <a:xfrm>
            <a:off x="794084" y="818148"/>
            <a:ext cx="4387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414557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57C5B4-923B-5544-B241-6E39FD365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311488"/>
              </p:ext>
            </p:extLst>
          </p:nvPr>
        </p:nvGraphicFramePr>
        <p:xfrm>
          <a:off x="699837" y="1709287"/>
          <a:ext cx="10792326" cy="4226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7442">
                  <a:extLst>
                    <a:ext uri="{9D8B030D-6E8A-4147-A177-3AD203B41FA5}">
                      <a16:colId xmlns:a16="http://schemas.microsoft.com/office/drawing/2014/main" val="3721483467"/>
                    </a:ext>
                  </a:extLst>
                </a:gridCol>
                <a:gridCol w="3597442">
                  <a:extLst>
                    <a:ext uri="{9D8B030D-6E8A-4147-A177-3AD203B41FA5}">
                      <a16:colId xmlns:a16="http://schemas.microsoft.com/office/drawing/2014/main" val="1731719823"/>
                    </a:ext>
                  </a:extLst>
                </a:gridCol>
                <a:gridCol w="3597442">
                  <a:extLst>
                    <a:ext uri="{9D8B030D-6E8A-4147-A177-3AD203B41FA5}">
                      <a16:colId xmlns:a16="http://schemas.microsoft.com/office/drawing/2014/main" val="673212243"/>
                    </a:ext>
                  </a:extLst>
                </a:gridCol>
              </a:tblGrid>
              <a:tr h="6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Aspect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Cryptography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Steganography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718393"/>
                  </a:ext>
                </a:extLst>
              </a:tr>
              <a:tr h="6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Makes messages unreadable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Hides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247580"/>
                  </a:ext>
                </a:extLst>
              </a:tr>
              <a:tr h="6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Message existence is known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Message existence is hidden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990484"/>
                  </a:ext>
                </a:extLst>
              </a:tr>
              <a:tr h="6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Ciphertext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Stego-object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119007"/>
                  </a:ext>
                </a:extLst>
              </a:tr>
              <a:tr h="6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Key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Usually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412277"/>
                  </a:ext>
                </a:extLst>
              </a:tr>
              <a:tr h="6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Attack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Cryptanalysis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Steganalysis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226464"/>
                  </a:ext>
                </a:extLst>
              </a:tr>
              <a:tr h="60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AES, RSA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Image and audio hiding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5104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85E904-3756-EAFC-8980-7810034D3BCE}"/>
              </a:ext>
            </a:extLst>
          </p:cNvPr>
          <p:cNvSpPr txBox="1"/>
          <p:nvPr/>
        </p:nvSpPr>
        <p:spPr>
          <a:xfrm>
            <a:off x="699837" y="481264"/>
            <a:ext cx="7042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vs Cryptography</a:t>
            </a:r>
          </a:p>
        </p:txBody>
      </p:sp>
    </p:spTree>
    <p:extLst>
      <p:ext uri="{BB962C8B-B14F-4D97-AF65-F5344CB8AC3E}">
        <p14:creationId xmlns:p14="http://schemas.microsoft.com/office/powerpoint/2010/main" val="48188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7A55A-A906-E1DE-5CB4-10774EBF3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protects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message, while steganography protects its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has a weakness: encrypted data is visible and draws attention, and hidden data is easy to read once it is discovered.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together (encrypt first, then hide), they give layered security, because an attacker must both find the message and break the encryption.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digital threats grow, combining both techniques gives stronger protection for sensitive communication in the digital world.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11FC7-00A9-67CB-D6F4-47460E63F835}"/>
              </a:ext>
            </a:extLst>
          </p:cNvPr>
          <p:cNvSpPr txBox="1"/>
          <p:nvPr/>
        </p:nvSpPr>
        <p:spPr>
          <a:xfrm>
            <a:off x="838200" y="681037"/>
            <a:ext cx="31277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7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6A3A3-1DAE-A2EB-45B1-79EC51D6B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384" y="1620252"/>
            <a:ext cx="10375231" cy="226193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2801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509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shyam raj</dc:creator>
  <cp:lastModifiedBy>shyam raj</cp:lastModifiedBy>
  <cp:revision>1</cp:revision>
  <dcterms:created xsi:type="dcterms:W3CDTF">2026-10-11T12:51:57Z</dcterms:created>
  <dcterms:modified xsi:type="dcterms:W3CDTF">2026-10-12T13:33:58Z</dcterms:modified>
</cp:coreProperties>
</file>